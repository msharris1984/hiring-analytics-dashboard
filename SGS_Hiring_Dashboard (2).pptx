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3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4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5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SGS Systems &amp; Ops Hiring Dashboard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Systems &amp; Infrastructure Role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Executive Summary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Total Candidates: 39</a:t>
            </a:r>
          </a:p>
          <a:p>
            <a:r>
              <a:t>Avg Days to Close: 27.9 days</a:t>
            </a:r>
          </a:p>
          <a:p/>
          <a:p>
            <a:r>
              <a:t>Key Insights:</a:t>
            </a:r>
          </a:p>
          <a:p>
            <a:r>
              <a:t>• LinkedIn = Better for volume &amp; Top Choice candidates</a:t>
            </a:r>
          </a:p>
          <a:p>
            <a:r>
              <a:t>• Slack = Much higher conversion &amp; faster closes</a:t>
            </a:r>
          </a:p>
          <a:p>
            <a:r>
              <a:t>• Trial Tasks &amp; Interviews were the strongest validators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1. Hiring Funnel Overview</a:t>
            </a:r>
          </a:p>
        </p:txBody>
      </p:sp>
      <p:pic>
        <p:nvPicPr>
          <p:cNvPr id="3" name="Picture 2" descr="1._Hiring_Funnel_Overvie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188720"/>
            <a:ext cx="10972800" cy="621792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2. Quality Tier by Source</a:t>
            </a:r>
          </a:p>
        </p:txBody>
      </p:sp>
      <p:pic>
        <p:nvPicPr>
          <p:cNvPr id="3" name="Picture 2" descr="2._Quality_Tier_by_Sourc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188720"/>
            <a:ext cx="10972800" cy="621792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3. Assessment Scores by Outcome</a:t>
            </a:r>
          </a:p>
        </p:txBody>
      </p:sp>
      <p:pic>
        <p:nvPicPr>
          <p:cNvPr id="3" name="Picture 2" descr="3._Assessment_Scores_by_Outco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188720"/>
            <a:ext cx="10972800" cy="621792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4. Source Performance</a:t>
            </a:r>
          </a:p>
        </p:txBody>
      </p:sp>
      <p:pic>
        <p:nvPicPr>
          <p:cNvPr id="3" name="Picture 2" descr="4._Source_Performanc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188720"/>
            <a:ext cx="10972800" cy="621792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5. Applications Over Time</a:t>
            </a:r>
          </a:p>
        </p:txBody>
      </p:sp>
      <p:pic>
        <p:nvPicPr>
          <p:cNvPr id="3" name="Picture 2" descr="5._Applications_Over_Tim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188720"/>
            <a:ext cx="10972800" cy="621792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